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75" y="4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3699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1097280"/>
            <a:ext cx="1371600" cy="5486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Riyadh Restaurant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3657600" cy="36576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27K Riyadh Places · Kaggle / Foursquare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Dining Venues — EDA, Cleaning, Visualization, Dashboard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Final Project  </a:t>
            </a:r>
            <a:r>
              <a:rPr lang="en-US" sz="120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Abdulrahman </a:t>
            </a:r>
            <a:r>
              <a:rPr lang="en-US" sz="1200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Bajunaid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15727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27,000+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0040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96312" y="109728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96312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🍽️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96312" y="15727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96312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Venues (filtered)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72584" y="109728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72584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72584" y="15727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72584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48856" y="109728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48856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48856" y="15727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48856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Neighborhoods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Columns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5760" y="3246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 ·  category  ·  rating  ·  price  ·  total_ratings  ·  total_photos  ·  latitude  ·  longitude  ·  neighborhoods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38404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mohammedaldakhil/27k-riyadh-places-raw  ·  Geographic enrichment: github.com/homaily/Saudi-Arabia-Regions-Cities-and-Districts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13385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most common food place types in Riyadh?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847088"/>
            <a:ext cx="502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8836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categories have the highest ratings?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596896"/>
            <a:ext cx="502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596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63347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restaurants geographically concentrated?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346704"/>
            <a:ext cx="502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383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expensive restaurants receive better ratings?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4096512"/>
            <a:ext cx="502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4096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3308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can people find the greatest food variety — and does price affect it?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Preprocessing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&amp; Types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unnamed CSV index column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total_tips &amp; total_photos NaN → 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871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negative total_photos values → 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52958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empty [] in tips/tastes → NaN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Encoded price column → price_level (count of $)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212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to food venues using 34 keywords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871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neighborhoods via GeoPandas spatial join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83480" y="352958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nearest-neighbor for unmatched points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Ratings &amp; Price Distribution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Rating Distribution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Rating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1600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423160" y="2377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Rating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restaurants score between 7–9. Ratings below 6 are rare — the city's dining scene maintains above-average quality overall.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0060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Price Level Distribution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1600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0 (unpriced)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1947672"/>
            <a:ext cx="660197" cy="228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43677" y="192938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331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 ($)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37760" y="2679192"/>
            <a:ext cx="3474720" cy="228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58200" y="2660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~2,400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063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 ($$)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37760" y="3410712"/>
            <a:ext cx="1007669" cy="228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91149" y="339242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 ($$$)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37760" y="4142232"/>
            <a:ext cx="218907" cy="2286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02387" y="412394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Restaurant Categories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(Q1)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Coffee Shop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865376"/>
            <a:ext cx="3383280" cy="182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931920" y="18470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1854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Burger Joint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478024"/>
            <a:ext cx="1048817" cy="182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597457" y="245973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7980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90672"/>
            <a:ext cx="744322" cy="182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92962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410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Eastern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703320"/>
            <a:ext cx="676656" cy="182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25296" y="3685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Dessert Shop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315968"/>
            <a:ext cx="575158" cy="182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23798" y="4297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Rated (Q2)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3480" y="16002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&amp; Juice Bar  —  9.4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83480" y="216712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Gelato &amp; Ice Cream Parlor  —  9.2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83480" y="273405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 Bar &amp; Snack Place  —  9.1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0098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Bakery &amp; Syrian Restaurant  —  9.0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86791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 &amp; Sushi Restaurant  —  9.0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4315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top-rated are multi-concept. Popular categories do not appear — popularity ≠ quality.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Geographic Concentration  (Q3)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1051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Neighborhoods by Restaurant Count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Hiteen Dist.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23160" y="1536192"/>
            <a:ext cx="411480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1536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984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Dhahrat Laban Dist.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2011680"/>
            <a:ext cx="3697683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66563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4597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Malqa Dist.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23160" y="2487168"/>
            <a:ext cx="3551129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20009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29352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Qurtubah Dist.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23160" y="2962656"/>
            <a:ext cx="3100192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69072" y="2962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341071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Tuwaiq Dist.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423160" y="3438144"/>
            <a:ext cx="2987458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56338" y="34381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Narjis Dist.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23160" y="3913632"/>
            <a:ext cx="2874723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43603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" y="4361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Arid Dist.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23160" y="4389120"/>
            <a:ext cx="2311052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9932" y="4389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212080" y="1051560"/>
            <a:ext cx="3611880" cy="3566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49240" y="1143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Key Geographic Insights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49240" y="1645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&amp; northwestern districts dominate dining activity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49240" y="2331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Hiteen leads with 365 venues — 200+ more than bottom districts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49240" y="3017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&amp; southern areas are underserved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49240" y="37033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reflects commercial &amp; population density patterns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Price vs Quality &amp; Food Variety  (Q4 &amp; Q5)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Rating (Q4)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-0.0076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Correlation: price_level vs rating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8346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levels 0–2 share nearly identical medians (~7.9–8.0). Level 3 ($$$) drops to ~7.7. Paying more does not produce better-rated experiences in Riyadh.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105156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051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Variety by Neighborhood (Q5)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food categories at price level 1 ($) vs 2 ($$):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Malqa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37960" y="1984248"/>
            <a:ext cx="2011680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86216" y="19842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37960" y="2240280"/>
            <a:ext cx="957943" cy="146304"/>
          </a:xfrm>
          <a:prstGeom prst="rect">
            <a:avLst/>
          </a:prstGeom>
          <a:solidFill>
            <a:srgbClr val="C8C8C8"/>
          </a:solidFill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32479" y="22219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25328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Hiteen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37960" y="2551176"/>
            <a:ext cx="1724297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98833" y="25511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2807208"/>
            <a:ext cx="766354" cy="146304"/>
          </a:xfrm>
          <a:prstGeom prst="rect">
            <a:avLst/>
          </a:prstGeom>
          <a:solidFill>
            <a:srgbClr val="C8C8C8"/>
          </a:solidFill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40890" y="278892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3099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Dhahrat Laban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37960" y="3118104"/>
            <a:ext cx="1724297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98833" y="31181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3374136"/>
            <a:ext cx="670560" cy="146304"/>
          </a:xfrm>
          <a:prstGeom prst="rect">
            <a:avLst/>
          </a:prstGeom>
          <a:solidFill>
            <a:srgbClr val="C8C8C8"/>
          </a:solidFill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245096" y="33558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36667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Narjis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3685032"/>
            <a:ext cx="1484811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59347" y="3685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537960" y="3941064"/>
            <a:ext cx="622663" cy="146304"/>
          </a:xfrm>
          <a:prstGeom prst="rect">
            <a:avLst/>
          </a:prstGeom>
          <a:solidFill>
            <a:srgbClr val="C8C8C8"/>
          </a:solidFill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197199" y="39227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37760" y="42336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Sulaimaniyah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37960" y="4251960"/>
            <a:ext cx="1341120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915656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37960" y="4507992"/>
            <a:ext cx="670560" cy="146304"/>
          </a:xfrm>
          <a:prstGeom prst="rect">
            <a:avLst/>
          </a:prstGeom>
          <a:solidFill>
            <a:srgbClr val="C8C8C8"/>
          </a:solidFill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245096" y="4489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3776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Level 1  ■ Level 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850392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5156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https://riyadh-restaurant-eda.streamlit.app/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920240"/>
            <a:ext cx="4114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Filters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4505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level, rating range, neighborhood multiselect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0600" y="1920240"/>
            <a:ext cx="4114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57784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Metrics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77840" y="24505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venues, avg rating, categories, neighborhoods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429000"/>
            <a:ext cx="4114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09728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Visualizations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95935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EDA chart reproduced with insight captions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29000"/>
            <a:ext cx="4114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557784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77840" y="395935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scatter across Riyadh coordinates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548640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Coffee Shops dominate Riyadh's food scene with ~2,050 venues — 3× more than Burger Joints (~640)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1097280"/>
            <a:ext cx="548640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09728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40680" y="118872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are consistently high city-wide (mean 7.82, median 7.90) — poor venues rarely survive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377440"/>
            <a:ext cx="548640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37744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has virtually zero correlation with rating (-0.0076) — spending more ≠ eating better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2377440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00600" y="2377440"/>
            <a:ext cx="548640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237744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40680" y="246888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total_photos &amp; total_ratings correlate strongly (0.61) — both reflect the same popularity signal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657600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3657600"/>
            <a:ext cx="548640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3657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0120" y="374904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Malqa District tops food variety with 42 unique categories at price level 1 ($)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657600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00600" y="3657600"/>
            <a:ext cx="548640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00600" y="3657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374904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Hiteen has the most restaurants (~365) but a modest median rating (~7.9) — density ≠ quality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3840480"/>
            <a:ext cx="2286000" cy="13030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joins with GeoPandas to enrich location 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structure a full EDA workflow from raw data to insights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interactive Streamlit dashboard from analysis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lacks opening hours — can't analyze peak times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931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add rating prediction ML model (Random Forest)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776</Words>
  <Application>Microsoft Office PowerPoint</Application>
  <PresentationFormat>On-screen Show (16:9)</PresentationFormat>
  <Paragraphs>168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Riyadh Restaurant EDA</dc:title>
  <dc:subject>PptxGenJS Presentation</dc:subject>
  <dc:creator>PptxGenJS</dc:creator>
  <cp:lastModifiedBy>Hmnae B</cp:lastModifiedBy>
  <cp:revision>2</cp:revision>
  <dcterms:created xsi:type="dcterms:W3CDTF">2026-03-10T21:48:23Z</dcterms:created>
  <dcterms:modified xsi:type="dcterms:W3CDTF">2026-03-10T21:51:03Z</dcterms:modified>
</cp:coreProperties>
</file>